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Chuong 1: Cau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Cau thi truong la luong hang hoa.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Chuong 2: Cung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Cung la luong hang hoa nguoi ban san sang ban.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2026-04-23T14:16:11Z</dcterms:created>
  <dcterms:modified xsi:type="dcterms:W3CDTF">2026-04-23T14:16:11Z</dcterms:modified>
</cp:coreProperties>
</file>